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72" d="100"/>
          <a:sy n="72" d="100"/>
        </p:scale>
        <p:origin x="8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319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802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490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92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3640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1797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778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3254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93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70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49632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99959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5523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86293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15613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05671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0819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915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Proyecto Final Asignatura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06409" y="3877936"/>
            <a:ext cx="6987645" cy="1388534"/>
          </a:xfrm>
        </p:spPr>
        <p:txBody>
          <a:bodyPr/>
          <a:lstStyle/>
          <a:p>
            <a:r>
              <a:rPr lang="en-US" dirty="0"/>
              <a:t>Universidad Apec</a:t>
            </a:r>
          </a:p>
          <a:p>
            <a:r>
              <a:rPr lang="en-US" dirty="0"/>
              <a:t>Profesor: Juan P. Valdez</a:t>
            </a:r>
          </a:p>
          <a:p>
            <a:r>
              <a:rPr lang="en-US" dirty="0"/>
              <a:t>2014</a:t>
            </a:r>
          </a:p>
        </p:txBody>
      </p:sp>
    </p:spTree>
    <p:extLst>
      <p:ext uri="{BB962C8B-B14F-4D97-AF65-F5344CB8AC3E}">
        <p14:creationId xmlns:p14="http://schemas.microsoft.com/office/powerpoint/2010/main" val="1793793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Requerimiento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2537903"/>
            <a:ext cx="10018713" cy="3733801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Desarrolle un Sistema de RH que cumpla con las siguientes caracteristicas:</a:t>
            </a:r>
          </a:p>
          <a:p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Gestión de </a:t>
            </a:r>
            <a:r>
              <a:rPr lang="en-US" b="1" dirty="0" err="1"/>
              <a:t>empleados</a:t>
            </a:r>
            <a:r>
              <a:rPr lang="en-US" b="1" dirty="0"/>
              <a:t> - HECHO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Gestión de </a:t>
            </a:r>
            <a:r>
              <a:rPr lang="en-US" b="1" dirty="0" err="1"/>
              <a:t>Departamentos</a:t>
            </a:r>
            <a:r>
              <a:rPr lang="en-US" b="1" dirty="0"/>
              <a:t> - HECHO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Gestión de </a:t>
            </a:r>
            <a:r>
              <a:rPr lang="en-US" b="1" dirty="0" err="1"/>
              <a:t>Puestos</a:t>
            </a:r>
            <a:r>
              <a:rPr lang="en-US" b="1" dirty="0"/>
              <a:t> - HECHO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Gestión de Tipos de </a:t>
            </a:r>
            <a:r>
              <a:rPr lang="en-US" b="1" dirty="0" err="1"/>
              <a:t>Ingresos</a:t>
            </a:r>
            <a:r>
              <a:rPr lang="en-US" b="1" dirty="0"/>
              <a:t> - HECHO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Gestión de </a:t>
            </a:r>
            <a:r>
              <a:rPr lang="en-US" b="1" dirty="0" err="1"/>
              <a:t>Deducciones</a:t>
            </a:r>
            <a:r>
              <a:rPr lang="en-US" b="1" dirty="0"/>
              <a:t> - HECHO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Registro de transacciones de entrada y </a:t>
            </a:r>
            <a:r>
              <a:rPr lang="en-US" b="1" dirty="0" err="1"/>
              <a:t>salida</a:t>
            </a:r>
            <a:r>
              <a:rPr lang="en-US" b="1" dirty="0"/>
              <a:t> - HECHO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Proceso de cálculo de la </a:t>
            </a:r>
            <a:r>
              <a:rPr lang="en-US" b="1" dirty="0" err="1"/>
              <a:t>nómina</a:t>
            </a:r>
            <a:r>
              <a:rPr lang="en-US" b="1" dirty="0"/>
              <a:t> - HECHO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Una consulta por criterios (ej: empleados por departamentos y puestos)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Un Reporte de nómina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Sustentado en el patron MVC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Desarrrollado en el lenguaje de su preferencia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095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Datos Mínimos a Almacenar: Empleados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2537903"/>
            <a:ext cx="10018713" cy="3733801"/>
          </a:xfrm>
        </p:spPr>
        <p:txBody>
          <a:bodyPr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n-US" dirty="0"/>
              <a:t>Identificador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Cédula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Nombre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Departamento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Puesto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Salario Mensual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Identificador de la nómina a la que pertenece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950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Datos Mínimos a Almacenar: Departamentos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2537903"/>
            <a:ext cx="10018713" cy="3733801"/>
          </a:xfrm>
        </p:spPr>
        <p:txBody>
          <a:bodyPr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n-US" dirty="0"/>
              <a:t>Identificador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Nombre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Ubicación Física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Responsible de Area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770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Datos Mínimos a Almacenar: Puestos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2537903"/>
            <a:ext cx="10018713" cy="3733801"/>
          </a:xfrm>
        </p:spPr>
        <p:txBody>
          <a:bodyPr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n-US" dirty="0"/>
              <a:t>Identificador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Nombre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Nivel de Riesgo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Nivel Mínimo Salario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Nivel Máximo Salario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502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Datos Mínimos a Almacenar: Tipos de Ingreso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2537903"/>
            <a:ext cx="10018713" cy="3733801"/>
          </a:xfrm>
        </p:spPr>
        <p:txBody>
          <a:bodyPr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n-US" dirty="0"/>
              <a:t>Identificador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Nombre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Depende de Salario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Estado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294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Datos Mínimos a Almacenar: Tipos de Deducciones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2537903"/>
            <a:ext cx="10018713" cy="3733801"/>
          </a:xfrm>
        </p:spPr>
        <p:txBody>
          <a:bodyPr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n-US" dirty="0"/>
              <a:t>Identificador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Nombre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Depende de Salario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Estado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433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Datos Mínimos a Almacenar: Resgistro Transacciones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2537903"/>
            <a:ext cx="10018713" cy="3733801"/>
          </a:xfrm>
        </p:spPr>
        <p:txBody>
          <a:bodyPr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n-US" dirty="0"/>
              <a:t>Identificador Transacción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Identificador Empleado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Identificador Ingreso o deducción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Tipo de Transacción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Fecha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Monto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Estado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3000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21</TotalTime>
  <Words>199</Words>
  <Application>Microsoft Office PowerPoint</Application>
  <PresentationFormat>Widescreen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Garamond</vt:lpstr>
      <vt:lpstr>Organic</vt:lpstr>
      <vt:lpstr>Proyecto Final Asignatura</vt:lpstr>
      <vt:lpstr>Requerimiento General</vt:lpstr>
      <vt:lpstr>Datos Mínimos a Almacenar: Empleados</vt:lpstr>
      <vt:lpstr>Datos Mínimos a Almacenar: Departamentos</vt:lpstr>
      <vt:lpstr>Datos Mínimos a Almacenar: Puestos</vt:lpstr>
      <vt:lpstr>Datos Mínimos a Almacenar: Tipos de Ingreso</vt:lpstr>
      <vt:lpstr>Datos Mínimos a Almacenar: Tipos de Deducciones</vt:lpstr>
      <vt:lpstr>Datos Mínimos a Almacenar: Resgistro Transacciones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Final Asignatura</dc:title>
  <dc:creator>CALAB-D19</dc:creator>
  <cp:lastModifiedBy>Brito Jimenez, Marcos Augusto</cp:lastModifiedBy>
  <cp:revision>6</cp:revision>
  <dcterms:created xsi:type="dcterms:W3CDTF">2014-02-01T01:35:55Z</dcterms:created>
  <dcterms:modified xsi:type="dcterms:W3CDTF">2025-11-07T20:37:42Z</dcterms:modified>
</cp:coreProperties>
</file>